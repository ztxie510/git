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6" y="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家庭财务管理系统</a:t>
            </a:r>
          </a:p>
          <a:p>
            <a:pPr>
              <a:spcBef>
                <a:spcPts val="800"/>
              </a:spcBef>
              <a:defRPr sz="3200" b="1">
                <a:solidFill>
                  <a:srgbClr val="3495DB"/>
                </a:solidFill>
              </a:defRPr>
            </a:pPr>
            <a:r>
              <a:t>开题报告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C"/>
                </a:solidFill>
              </a:defRPr>
            </a:pPr>
            <a:r>
              <a:rPr dirty="0"/>
              <a:t>Family Financial Management System (FFMS)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C3E50"/>
                </a:solidFill>
              </a:defRPr>
            </a:pPr>
            <a:r>
              <a:t>基于 Spring Boot 的轻量化 Web 应用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项目类型：软件工程课程设计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技术栈：Java + Spring Boot + MySQL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平台：响应式 Web 端（B/S 架构）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项目背景与意义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4028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项目目标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83464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80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系统总体设计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2900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74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技术架构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功能模块总览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用户服务模块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21208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257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收支记录管理模块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64592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统计报表模块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24028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286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预算管理模块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83464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880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账单管理模块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42900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474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家庭成员管理模块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069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非功能需求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61772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数据库设计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212080"/>
            <a:ext cx="411480" cy="41148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257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项目计划与总结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项目背景与意义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BACKGROUND &amp;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82880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随着家庭收入来源多元化和消费场景复杂化，家庭财务管理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从传统的纸质记账向数字化管理转型已成为必然趋势。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多数家庭面临以下痛点：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收支记录分散，缺乏统一管理平台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预算执行无跟踪，超支情况难以实时掌握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固定账单（信用卡、房贷、车贷）容易遗忘还款日期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家庭成员间财务信息不透明，协同管理困难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现有记账软件功能冗余或过度商业化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182880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项目意义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本系统以轻量化、实用化为核心理念，旨在：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降低家庭财务管理门槛，让普通家庭轻松上手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通过预算跟踪和账单提醒，帮助家庭实现理性消费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支持家庭成员协同管理，提升家庭财务透明度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提供多维统计图表，辅助家庭做出更好的财务决策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- 为软件工程实践教学提供完整的项目案例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PROJECT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收支清晰记录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666666"/>
                </a:solidFill>
              </a:defRPr>
            </a:pPr>
            <a:r>
              <a:t>提供完整的收支记录增删改查功能，支持多账户、多分类、标签化管理，确保每一笔财务流动可追溯。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预算合理管控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57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666666"/>
                </a:solidFill>
              </a:defRPr>
            </a:pPr>
            <a:r>
              <a:t>支持月度总预算和分类预算设置，实时跟踪预算执行进度，超支时自动推送提醒，帮助家庭量入为出。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账单及时提醒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666666"/>
                </a:solidFill>
              </a:defRPr>
            </a:pPr>
            <a:r>
              <a:t>管理信用卡、房贷、车贷等固定账单，在还款日前主动推送提醒，避免逾期产生额外费用。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数据可视化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34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666666"/>
                </a:solidFill>
              </a:defRPr>
            </a:pPr>
            <a:r>
              <a:t>提供月度收支统计、分类支出占比分析、收支趋势图表等多维度可视化报表，支持报表导出。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家庭成员协同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434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666666"/>
                </a:solidFill>
              </a:defRPr>
            </a:pPr>
            <a:r>
              <a:t>支持家庭成员邀请加入、角色权限管理（户主/管理员/普通成员），实现家庭财务的透明协同管理。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402336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安全可靠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434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666666"/>
                </a:solidFill>
              </a:defRPr>
            </a:pPr>
            <a:r>
              <a:t>采用 BCrypt 加密、JWT 鉴权、RBAC 权限控制、HTTPS 传输加密，全方位保障用户数据安全。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系统总体设计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SYSTEM OVERVIEW — B/S Architecture (Web端)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200400" cy="173736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Frontend Layer / 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2834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响应式 Web 界面（Vue.js / React）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Element UI / Ant Design 组件库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ECharts 数据可视化图表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142908" cy="173736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rPr dirty="0"/>
              <a:t>Business Logic / </a:t>
            </a:r>
            <a:r>
              <a:rPr dirty="0" err="1"/>
              <a:t>业务层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834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Java + Spring Boot </a:t>
            </a:r>
            <a:r>
              <a:rPr dirty="0" err="1"/>
              <a:t>框架</a:t>
            </a:r>
            <a:endParaRPr dirty="0"/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RESTful API </a:t>
            </a:r>
            <a:r>
              <a:rPr dirty="0" err="1"/>
              <a:t>接口设计</a:t>
            </a:r>
            <a:endParaRPr dirty="0"/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JWT Token </a:t>
            </a:r>
            <a:r>
              <a:rPr dirty="0" err="1"/>
              <a:t>用户鉴权机制</a:t>
            </a:r>
            <a:endParaRPr dirty="0"/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RBAC </a:t>
            </a:r>
            <a:r>
              <a:rPr dirty="0" err="1"/>
              <a:t>角色权限控制模型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142908" cy="173736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Data Layer / 数据层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2834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MySQL 8.0+ 关系型数据库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MyBatis/JPA ORM 框架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第三范式数据库表设计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数据库事务并发控制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589018"/>
            <a:ext cx="6858000" cy="10972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0187" y="368045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rPr dirty="0"/>
              <a:t>External Interfaces / </a:t>
            </a:r>
            <a:r>
              <a:rPr dirty="0" err="1"/>
              <a:t>外部接口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013687" y="4137658"/>
            <a:ext cx="64922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dirty="0" err="1"/>
              <a:t>SMTP邮件服务：密码找回邮件、账单到期提醒通知</a:t>
            </a:r>
            <a:endParaRPr dirty="0"/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dirty="0" err="1"/>
              <a:t>Web浏览器（Chrome</a:t>
            </a:r>
            <a:r>
              <a:rPr dirty="0"/>
              <a:t> / Firefox / Edge）：</a:t>
            </a:r>
            <a:r>
              <a:rPr dirty="0" err="1"/>
              <a:t>用户与系统的交互入口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系统边界说明：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仅支持 Web 端（PC 浏览器），不含微信小程序和移动 App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不涉及与第三方银行/支付平台的实时数据对接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不包含在线支付转账、投资理财、多语言国际化等功能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目标用户为 2-10 人的小型家庭单元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后端语言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Java 11+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后端框架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2402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Spring Boot 2.x / 3.x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834639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ORM框架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803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MyBatis / Spring Data JPA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47472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204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MySQL 8.0+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1480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前端框架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60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Vue.js 3.x 或 React 18.x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75488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UI组件库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Element Plus / Ant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94959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图表库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440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ECharts 5.x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55448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身份认证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JWT (JSON Web Token)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19456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密码加密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rPr dirty="0" err="1"/>
              <a:t>BCrypt</a:t>
            </a:r>
            <a:r>
              <a:rPr dirty="0"/>
              <a:t> </a:t>
            </a:r>
            <a:r>
              <a:rPr dirty="0" err="1"/>
              <a:t>不可逆加密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39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权限模型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8803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RBAC (</a:t>
            </a:r>
            <a:r>
              <a:rPr dirty="0" err="1"/>
              <a:t>基于角色的访问控制</a:t>
            </a:r>
            <a:r>
              <a:rPr dirty="0"/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47472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传输安全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204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HTTPS </a:t>
            </a:r>
            <a:r>
              <a:rPr dirty="0" err="1"/>
              <a:t>全站加密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邮件服务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60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SMTP 协议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754880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版本控制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Git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394959"/>
            <a:ext cx="164592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构建工具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40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Maven / Gradle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功能模块总览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FUNCTIONAL MODULE OVERVIEW — 六大核心模块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3017520" cy="1920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39" y="196596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用户服务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666666"/>
                </a:solidFill>
              </a:defRPr>
            </a:pPr>
            <a:r>
              <a:t>注册·登录·密码找回</a:t>
            </a:r>
            <a:br/>
            <a:r>
              <a:t>个人信息管理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017520" cy="1920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09160" y="196596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收支记录管理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666666"/>
                </a:solidFill>
              </a:defRPr>
            </a:pPr>
            <a:r>
              <a:t>增删改查·分类管理</a:t>
            </a:r>
            <a:br/>
            <a:r>
              <a:t>标签管理·账户管理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017520" cy="1920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83879" y="196596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965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统计报表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5603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666666"/>
                </a:solidFill>
              </a:defRPr>
            </a:pPr>
            <a:r>
              <a:t>月度统计·分类占比</a:t>
            </a:r>
            <a:br/>
            <a:r>
              <a:t>趋势图表·报表导出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06240"/>
            <a:ext cx="3017520" cy="1920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4439" y="434340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预算管理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5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666666"/>
                </a:solidFill>
              </a:defRPr>
            </a:pPr>
            <a:r>
              <a:t>总预算·分类预算</a:t>
            </a:r>
            <a:br/>
            <a:r>
              <a:t>进度跟踪·超支提醒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206240"/>
            <a:ext cx="3017520" cy="1920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09160" y="434340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3434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账单管理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3775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666666"/>
                </a:solidFill>
              </a:defRPr>
            </a:pPr>
            <a:r>
              <a:t>固定账单添加</a:t>
            </a:r>
            <a:br/>
            <a:r>
              <a:t>还款提醒·状态标记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4206240"/>
            <a:ext cx="3017520" cy="1920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83879" y="4343400"/>
            <a:ext cx="457200" cy="45720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3434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家庭成员管理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93775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200">
                <a:solidFill>
                  <a:srgbClr val="666666"/>
                </a:solidFill>
              </a:defRPr>
            </a:pPr>
            <a:r>
              <a:t>邀请加入·角色权限</a:t>
            </a:r>
            <a:br/>
            <a:r>
              <a:t>成员移除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01  用户服务模块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USER SERVICE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核心功能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用户注册：用户名、邮箱、密码注册，邮箱验证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用户登录：JWT Token 鉴权，Token 有效期 2 小时，支持刷新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密码找回：通过注册邮箱发送 SMTP 密码重置邮件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个人信息管理：修改用户名、邮箱、头像等个人资料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安全机制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密码采用 BCrypt 算法不可逆加密存储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JWT Token 实现无状态身份认证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基于 RBAC 模型实现户主/管理员/普通成员三级权限隔离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全站 HTTPS 加密传输，防止中间人攻击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ORM 参数化查询杜绝 SQL 注入，前端输入转义防护 XSS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51560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用户角色体系：户主（最高权限） → 管理员（被授权管理） → 普通成员（权限受限） → 系统管理员（技术运维）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户主操作权限：创建家庭账本、设置预算、添加账单、邀请/移除成员、分配管理员、查看所有财务数据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管理员操作权限：添加/编辑/删除收支记录、管理分类标签、查看统计报表、协助管理账本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普通成员操作权限：添加收支记录、查看统计报表（仅限本人数据）、编辑个人资料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02  收支记录管理模块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INCOME &amp; EXPENSE RECORD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收支记录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录入收入/支出记录：金额、分类、日期、账户、备注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支持多种筛选：按日期范围、分类、标签、账户查询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编辑和删除已有记录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批量导入/导出交易数据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分类管理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预设收入分类：工资、奖金、投资收益、兼职等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预设支出分类：餐饮、交通、住房、医疗、教育等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支持用户自定义一级和二级分类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分类下关联交易记录数量统计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0175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标签 &amp; 账户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965960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多标签标记：一笔交易可绑定多个标签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账户管理：现金、银行卡、信用卡、支付宝等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账户余额实时更新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账户间转账记录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数据结构：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核心数据表：transaction（收支记录表）— 关联 category（分类表）、tag（标签表，多对多）、account（账户表）、ledger_member（成员表）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关键约束：金额精确到分（DECIMAL 类型），每条记录必须关联家庭账本 ID 和成员 ID，支持软删除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并发控制：通过数据库事务保证高并发场景下余额和记录的一致性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03  统计报表模块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STATISTICAL REPORTS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月度收支统计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按月汇总收入与支出总额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月度结余自动计算（收入 - 支出）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环比增长率分析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支持多月份对比查看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分类支出占比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饼图/环形图展示各分类支出占比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点击分类下钻查看明细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支持按自定义时间段筛选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分类支出排行榜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0175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趋势图表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965960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折线图展示收支月度趋势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柱状图对比收入与支出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基于 ECharts 实现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报表导出 Excel/PDF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报表数据来源：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基于 transaction 表中的交易数据，按月份（time维度）、分类（category维度）、账户（account维度）进行聚合统计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使用 MySQL 的 GROUP BY、SUM 等聚合函数生成统计数据集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前端通过 ECharts 将统计数据渲染为交互式图表（饼图、折线图、柱状图、环形图等）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04  预算管理模块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BUDGET MANAGEMENT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预算设置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月度总预算：为整个家庭账本设定月支出上限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分类预算：按支出分类设定子预算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预算金额可随时调整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支持预算模板快速复制到新月度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进度跟踪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实时展示当月支出 vs 预算金额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进度条可视化：绿色(正常)→黄色(预警)→红色(超支)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各分类预算消耗情况一览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日均可用预算智能计算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0175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超支提醒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965960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总预算超支时自动推送通知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分类预算超支时独立提醒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支持邮件+站内双通道提醒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超支后提供消费分析建议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预算执行逻辑：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系统实时统计当月累计支出金额，与预算表（budget）中设定的上限进行对比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当累计支出 &gt;= 预算上限 x 80%时，进度条变黄预警；当累计支出 &gt;= 预算上限时，触发红色超支提醒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户主和管理员可随时查看预算执行情况，普通成员只能查看与自己相关分类的预算进度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05  账单管理模块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BILL MANAGEMENT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固定账单管理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支持添加信用卡账单、房贷、车贷、房租、话费等周期性账单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设置账单金额、还款日期、还款周期（月/季/年）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账单编辑与删除功能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还款状态标记：待还款/已还款/已逾期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还款提醒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到期前 3天/1天/当天 多时段推送还款提醒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提醒方式：站内通知 + SMTP 邮件通知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逾期账单醒目高亮标注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下期账单日期自动计算并更新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账单管理流程：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1. 户主/管理员添加固定账单 -&gt; 2. 系统记录账单信息到 bill 表 -&gt; 3. 定时任务每日扫描待还款账单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4. 到期前 N 天触发提醒推送 -&gt; 5. 用户还款后标记 [已还款] -&gt; 6. 自动计算并生成下期账单记录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endParaRPr/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核心数据表：bill 表—包含账单名称、金额、还款日期、周期类型、提醒天数、状态等字段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06  家庭成员管理模块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FAMILY MEMBER MANAGEMENT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成员邀请与加入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户主通过用户名/邮箱生成邀请链接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被邀请人接受邀请后自动加入家庭账本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支持查看待处理邀请列表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每位用户可加入多个家庭账本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角色权限管理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户主（Creator）：最高权限，管理账本一切事务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管理员（Admin）：户主任命的协助管理者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普通成员（Member）：受限的查看和操作权限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权限对应：数据可见范围、操作能力、设置权限的差异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权限矩阵摘要：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收支记录：户主&amp;管理员可查看/编辑所有成员记录；普通成员仅能查看/编辑自己的记录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预算管理：户主和管理员可设置和查看预算；普通成员仅查看与自己相关分类的预算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统计报表：户主&amp;管理员查看全家报表；普通成员仅查看个人报表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成员管理：仅户主可邀请/移除成员和分配管理员角色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账单管理：户主和管理员可管理全部账单；普通成员仅查看账单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非功能需求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NON-FUNCTIONAL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性能需求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页面加载时间 &lt;= 3秒（正常网络）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API 响应时间 &lt;= 500ms（P95）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支持同时 50 个并发用户操作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数据库查询优化，合理使用索引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4747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安全需求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BCrypt 密码不可逆加密存储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JWT Token 鉴权（2小时有效期）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RBAC 三级权限隔离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HTTPS + 参数化查询 + XSS 防护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301752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可用性需求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965960"/>
            <a:ext cx="2651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系统可用性 &gt;= 99.5%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响应式设计适配 1280px+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操作反馈: 成功/失败/加载状态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数据定期自动备份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技术约束：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后端必须使用 Java + Spring Boot 框架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数据库必须使用 MySQL 8.0 及以上版本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Web 界面仅支持 PC 浏览器（1280px+ 分辨率），不含移动端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- 前端推荐 Vue.js 或 React，配合 ECharts 实现图表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endParaRPr/>
          </a:p>
          <a:p>
            <a:pPr>
              <a:lnSpc>
                <a:spcPct val="140000"/>
              </a:lnSpc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假设条件：用户拥有正常网络和 PC 设备；部署环境具备 MySQL 和 SMTP 服务；目标用户为 2-10 人小型家庭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项目计划与总结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PROJECT PLAN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项目开发计划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237744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37360" y="2240280"/>
            <a:ext cx="731520" cy="73152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000">
                <a:solidFill>
                  <a:srgbClr val="666666"/>
                </a:solidFill>
              </a:defRPr>
            </a:pPr>
            <a:r>
              <a:t>完成需求文档、功能模块分解、数据流图、数据字典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237744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2240280"/>
            <a:ext cx="731520" cy="73152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系统设计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000">
                <a:solidFill>
                  <a:srgbClr val="666666"/>
                </a:solidFill>
              </a:defRPr>
            </a:pPr>
            <a:r>
              <a:t>概要设计、数据库 ER 图设计、API 接口设计、前端原型设计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103120"/>
            <a:ext cx="237744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06640" y="2240280"/>
            <a:ext cx="731520" cy="73152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核心开发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000">
                <a:solidFill>
                  <a:srgbClr val="666666"/>
                </a:solidFill>
              </a:defRPr>
            </a:pPr>
            <a:r>
              <a:t>用户模块-&gt;收支模块-&gt;统计模块-&gt;预算模块-&gt;账单模块-&gt;成员模块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103120"/>
            <a:ext cx="2377440" cy="22860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41280" y="2240280"/>
            <a:ext cx="731520" cy="731520"/>
          </a:xfrm>
          <a:prstGeom prst="ellipse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测试部署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000">
                <a:solidFill>
                  <a:srgbClr val="666666"/>
                </a:solidFill>
              </a:defRPr>
            </a:pPr>
            <a:r>
              <a:t>单元测试、集成测试、系统测试、上线部署与验收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10515600" cy="411480"/>
          </a:xfrm>
          <a:prstGeom prst="round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7548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项目总结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515600" cy="1110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 err="1"/>
              <a:t>本项目旨在开发一款轻量化、实用化的家庭财务管理系统，基于</a:t>
            </a:r>
            <a:r>
              <a:rPr dirty="0"/>
              <a:t> Java Spring Boot + MySQL </a:t>
            </a:r>
            <a:r>
              <a:rPr dirty="0" err="1"/>
              <a:t>技术栈</a:t>
            </a:r>
            <a:r>
              <a:rPr dirty="0"/>
              <a:t>，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 err="1"/>
              <a:t>采用</a:t>
            </a:r>
            <a:r>
              <a:rPr dirty="0"/>
              <a:t> B/S </a:t>
            </a:r>
            <a:r>
              <a:rPr dirty="0" err="1"/>
              <a:t>架构为普通家庭提供六大核心功能模块：用户服务、收支记录管理、统计报表、预算管理、账单管理和家庭成员管理</a:t>
            </a:r>
            <a:r>
              <a:rPr dirty="0"/>
              <a:t>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rPr dirty="0" err="1"/>
              <a:t>系统注重安全性（BCrypt+JWT+RBAC+HTTPS）和易用性（响应式</a:t>
            </a:r>
            <a:r>
              <a:rPr dirty="0"/>
              <a:t> Web </a:t>
            </a:r>
            <a:r>
              <a:rPr dirty="0" err="1"/>
              <a:t>界面</a:t>
            </a:r>
            <a:r>
              <a:rPr dirty="0"/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1238</Words>
  <Application>Microsoft Office PowerPoint</Application>
  <PresentationFormat>宽屏</PresentationFormat>
  <Paragraphs>324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zt x</cp:lastModifiedBy>
  <cp:revision>2</cp:revision>
  <dcterms:created xsi:type="dcterms:W3CDTF">2013-01-27T09:14:16Z</dcterms:created>
  <dcterms:modified xsi:type="dcterms:W3CDTF">2026-06-07T01:30:12Z</dcterms:modified>
  <cp:category/>
</cp:coreProperties>
</file>